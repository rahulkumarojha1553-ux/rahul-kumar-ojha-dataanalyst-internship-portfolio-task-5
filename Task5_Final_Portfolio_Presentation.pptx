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Analytics Internship Portfolio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Rahul Kumar Ojha</a:t>
            </a:r>
          </a:p>
          <a:p>
            <a:pPr>
              <a:defRPr sz="1800"/>
            </a:pPr>
            <a:r>
              <a:t>ApexPlanet Software Pvt. Ltd.</a:t>
            </a:r>
          </a:p>
          <a:p>
            <a:pPr>
              <a:defRPr sz="1800"/>
            </a:pPr>
            <a:r>
              <a:t>60-Days Data Analytics Internship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Portfolio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Consolidate the complete internship journey into one professional portfolio.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Customer Churn Analysis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Business Problem → Data → Analysis → Validation → Insight → Action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1 – Data Immersion &amp; Wrangling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Data familiarization</a:t>
            </a:r>
          </a:p>
          <a:p>
            <a:pPr>
              <a:defRPr sz="1800"/>
            </a:pPr>
            <a:r>
              <a:t>• Data quality assessment</a:t>
            </a:r>
          </a:p>
          <a:p>
            <a:pPr>
              <a:defRPr sz="1800"/>
            </a:pPr>
            <a:r>
              <a:t>• Data cleaning and transformation</a:t>
            </a:r>
          </a:p>
          <a:p>
            <a:pPr>
              <a:defRPr sz="1800"/>
            </a:pPr>
            <a:r>
              <a:t>• Analysis-ready dataset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Python | Pandas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2 – EDA &amp; Business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Summary statistics</a:t>
            </a:r>
          </a:p>
          <a:p>
            <a:pPr>
              <a:defRPr sz="1800"/>
            </a:pPr>
            <a:r>
              <a:t>• Univariate and multivariate analysis</a:t>
            </a:r>
          </a:p>
          <a:p>
            <a:pPr>
              <a:defRPr sz="1800"/>
            </a:pPr>
            <a:r>
              <a:t>• Business questions</a:t>
            </a:r>
          </a:p>
          <a:p>
            <a:pPr>
              <a:defRPr sz="1800"/>
            </a:pPr>
            <a:r>
              <a:t>• SQL queries</a:t>
            </a:r>
          </a:p>
          <a:p>
            <a:pPr>
              <a:defRPr sz="1800"/>
            </a:pPr>
            <a:r>
              <a:t>• Static dashboard mock-up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Python | SQL | Visualization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3 – Deep-Dive &amp; Dashboarding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Define 3–5 core KPIs</a:t>
            </a:r>
          </a:p>
          <a:p>
            <a:pPr>
              <a:defRPr sz="1800"/>
            </a:pPr>
            <a:r>
              <a:t>• Deep-dive customer churn analysis</a:t>
            </a:r>
          </a:p>
          <a:p>
            <a:pPr>
              <a:defRPr sz="1800"/>
            </a:pPr>
            <a:r>
              <a:t>• Customer-risk segmentation</a:t>
            </a:r>
          </a:p>
          <a:p>
            <a:pPr>
              <a:defRPr sz="1800"/>
            </a:pPr>
            <a:r>
              <a:t>• Interactive dashboard work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Power BI | DAX | KPI Design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4 – Data Storytelling &amp; Statistical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Business narrative</a:t>
            </a:r>
          </a:p>
          <a:p>
            <a:pPr>
              <a:defRPr sz="1800"/>
            </a:pPr>
            <a:r>
              <a:t>• Testable hypothesis</a:t>
            </a:r>
          </a:p>
          <a:p>
            <a:pPr>
              <a:defRPr sz="1800"/>
            </a:pPr>
            <a:r>
              <a:t>• Welch's T-Test</a:t>
            </a:r>
          </a:p>
          <a:p>
            <a:pPr>
              <a:defRPr sz="1800"/>
            </a:pPr>
            <a:r>
              <a:t>• Chi-Square Test</a:t>
            </a:r>
          </a:p>
          <a:p>
            <a:pPr>
              <a:defRPr sz="1800"/>
            </a:pPr>
            <a:r>
              <a:t>• p-value and confidence interval</a:t>
            </a:r>
          </a:p>
          <a:p>
            <a:pPr>
              <a:defRPr sz="1800"/>
            </a:pPr>
            <a:r>
              <a:t>• Business recommendations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5 – Portfolio Finalization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Master GitHub repository</a:t>
            </a:r>
          </a:p>
          <a:p>
            <a:pPr>
              <a:defRPr sz="1800"/>
            </a:pPr>
            <a:r>
              <a:t>• Final refined presentation</a:t>
            </a:r>
          </a:p>
          <a:p>
            <a:pPr>
              <a:defRPr sz="1800"/>
            </a:pPr>
            <a:r>
              <a:t>• Key learnings and technical skills</a:t>
            </a:r>
          </a:p>
          <a:p>
            <a:pPr>
              <a:defRPr sz="1800"/>
            </a:pPr>
            <a:r>
              <a:t>• Professional reflection</a:t>
            </a:r>
          </a:p>
          <a:p>
            <a:pPr>
              <a:defRPr sz="1800"/>
            </a:pPr>
            <a:r>
              <a:t>• LinkedIn portfolio walkthrough</a:t>
            </a:r>
          </a:p>
          <a:p>
            <a:pPr>
              <a:defRPr sz="1800"/>
            </a:pPr>
            <a:r>
              <a:t>• Optional GitHub Pages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Skills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Python | Pandas | NumPy | SQL</a:t>
            </a:r>
          </a:p>
          <a:p>
            <a:pPr>
              <a:defRPr sz="1800"/>
            </a:pPr>
            <a:r>
              <a:t>Power BI | DAX | Matplotlib | Seaborn</a:t>
            </a:r>
          </a:p>
          <a:p>
            <a:pPr>
              <a:defRPr sz="1800"/>
            </a:pPr>
            <a:r>
              <a:t>Statistics | EDA | Data Cleaning</a:t>
            </a:r>
          </a:p>
          <a:p>
            <a:pPr>
              <a:defRPr sz="1800"/>
            </a:pPr>
            <a:r>
              <a:t>Data Visualization | Data Storytelling</a:t>
            </a:r>
          </a:p>
          <a:p>
            <a:pPr>
              <a:defRPr sz="1800"/>
            </a:pPr>
            <a:r>
              <a:t>GitHub | Business Communication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Learnings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Data quality comes before reliable insights.</a:t>
            </a:r>
          </a:p>
          <a:p>
            <a:pPr>
              <a:defRPr sz="1800"/>
            </a:pPr>
            <a:r>
              <a:t>• Business questions guide analysis.</a:t>
            </a:r>
          </a:p>
          <a:p>
            <a:pPr>
              <a:defRPr sz="1800"/>
            </a:pPr>
            <a:r>
              <a:t>• KPIs need clear purpose.</a:t>
            </a:r>
          </a:p>
          <a:p>
            <a:pPr>
              <a:defRPr sz="1800"/>
            </a:pPr>
            <a:r>
              <a:t>• Statistical testing adds evidence.</a:t>
            </a:r>
          </a:p>
          <a:p>
            <a:pPr>
              <a:defRPr sz="1800"/>
            </a:pPr>
            <a:r>
              <a:t>• Dashboards should support decisions.</a:t>
            </a:r>
          </a:p>
          <a:p>
            <a:pPr>
              <a:defRPr sz="1800"/>
            </a:pPr>
            <a:r>
              <a:t>• Communication is a core analytics skill.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Professional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The internship helped me move from technical analysis toward business-oriented problem solving.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My next goal is to build more real-world projects and strengthen Python, SQL, Excel, Power BI and statistics.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Portfolio Message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IDENTIFY → VALIDATE → PRIORITIZE → INTERVENE → MEASURE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Turn analytical evidence into measurable business action.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Rahul Kumar Ojha</a:t>
            </a:r>
          </a:p>
          <a:p>
            <a:pPr>
              <a:defRPr sz="1800"/>
            </a:pPr>
            <a:r>
              <a:t>B.Tech – Computer Science &amp; Engineering</a:t>
            </a:r>
          </a:p>
          <a:p>
            <a:pPr>
              <a:defRPr sz="1800"/>
            </a:pPr>
            <a:r>
              <a:t>Data Analytics | Python | SQL | Power BI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